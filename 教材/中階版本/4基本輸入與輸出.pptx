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4"/>
  </p:notesMasterIdLst>
  <p:handoutMasterIdLst>
    <p:handoutMasterId r:id="rId25"/>
  </p:handoutMasterIdLst>
  <p:sldIdLst>
    <p:sldId id="256" r:id="rId3"/>
    <p:sldId id="410" r:id="rId4"/>
    <p:sldId id="411" r:id="rId5"/>
    <p:sldId id="412" r:id="rId6"/>
    <p:sldId id="413" r:id="rId7"/>
    <p:sldId id="415" r:id="rId8"/>
    <p:sldId id="417" r:id="rId9"/>
    <p:sldId id="420" r:id="rId10"/>
    <p:sldId id="421" r:id="rId11"/>
    <p:sldId id="422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1" r:id="rId20"/>
    <p:sldId id="432" r:id="rId21"/>
    <p:sldId id="433" r:id="rId22"/>
    <p:sldId id="43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60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216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FD9D2DDA-69D8-473F-A583-B6774B31A77B}" type="datetimeFigureOut">
              <a:rPr lang="en-US" altLang="zh-TW"/>
              <a:t>10/24/2024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02392CCB-FF08-4D29-8DA3-E1FD86044808}" type="slidenum">
              <a:rPr lang="zh-TW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A01F6DFB-6833-46E4-B515-70E0D9178056}" type="datetimeFigureOut">
              <a:t>2024/10/24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958706C7-F2C3-48B6-8A22-C484D800B5D4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 latinLnBrk="0">
              <a:defRPr lang="zh-TW" sz="54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lang="zh-TW" sz="2000"/>
            </a:lvl1pPr>
            <a:lvl2pPr marL="457200" indent="0" algn="ctr" latinLnBrk="0">
              <a:buNone/>
              <a:defRPr lang="zh-TW" sz="2800"/>
            </a:lvl2pPr>
            <a:lvl3pPr marL="914400" indent="0" algn="ctr" latinLnBrk="0">
              <a:buNone/>
              <a:defRPr lang="zh-TW" sz="2400"/>
            </a:lvl3pPr>
            <a:lvl4pPr marL="1371600" indent="0" algn="ctr" latinLnBrk="0">
              <a:buNone/>
              <a:defRPr lang="zh-TW" sz="2000"/>
            </a:lvl4pPr>
            <a:lvl5pPr marL="1828800" indent="0" algn="ctr" latinLnBrk="0">
              <a:buNone/>
              <a:defRPr lang="zh-TW" sz="2000"/>
            </a:lvl5pPr>
            <a:lvl6pPr marL="2286000" indent="0" algn="ctr" latinLnBrk="0">
              <a:buNone/>
              <a:defRPr lang="zh-TW" sz="2000"/>
            </a:lvl6pPr>
            <a:lvl7pPr marL="2743200" indent="0" algn="ctr" latinLnBrk="0">
              <a:buNone/>
              <a:defRPr lang="zh-TW" sz="2000"/>
            </a:lvl7pPr>
            <a:lvl8pPr marL="3200400" indent="0" algn="ctr" latinLnBrk="0">
              <a:buNone/>
              <a:defRPr lang="zh-TW" sz="2000"/>
            </a:lvl8pPr>
            <a:lvl9pPr marL="3657600" indent="0" algn="ctr" latinLnBrk="0">
              <a:buNone/>
              <a:defRPr lang="zh-TW" sz="20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857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  <a:lvl8pPr latinLnBrk="0">
              <a:defRPr lang="zh-TW"/>
            </a:lvl8pPr>
            <a:lvl9pPr latinLnBrk="0">
              <a:defRPr lang="zh-TW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173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rotWithShape="1">
          <a:gsLst>
            <a:gs pos="100000">
              <a:schemeClr val="accent1">
                <a:alpha val="80000"/>
              </a:schemeClr>
            </a:gs>
            <a:gs pos="0">
              <a:schemeClr val="accent1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 latinLnBrk="0">
              <a:defRPr lang="zh-TW" sz="5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 latinLnBrk="0">
              <a:spcBef>
                <a:spcPts val="0"/>
              </a:spcBef>
              <a:buNone/>
              <a:defRPr lang="zh-TW"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6203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6763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/>
              <a:t>
            </a:t>
            </a:r>
            <a:fld id="{0B277187-C200-495F-A386-621319EADA8F}" type="datetimeFigureOut">
              <a:t>2024/10/24</a:t>
            </a:fld>
            <a:r>
              <a:rPr lang="zh-TW"/>
              <a:t>
            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/>
              <a:t>
            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/>
              <a:t>
            </a:t>
            </a:r>
            <a:fld id="{FC749032-2A07-4AE8-BA90-74324CAE0C87}" type="slidenum">
              <a:t>‹#›</a:t>
            </a:fld>
            <a:r>
              <a:rPr lang="zh-TW"/>
              <a:t>
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3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4129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矩形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7" name="矩形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2954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393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019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7359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2024/10/24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305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9000"/>
              </a:schemeClr>
            </a:gs>
            <a:gs pos="40000">
              <a:schemeClr val="accent1">
                <a:lumMod val="20000"/>
                <a:lumOff val="80000"/>
                <a:alpha val="66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-1" y="6480048"/>
            <a:ext cx="12188827" cy="377952"/>
            <a:chOff x="-1" y="6480048"/>
            <a:chExt cx="12188827" cy="377952"/>
          </a:xfrm>
        </p:grpSpPr>
        <p:sp>
          <p:nvSpPr>
            <p:cNvPr id="7" name="矩形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0B277187-C200-495F-A386-621319EADA8F}" type="datetimeFigureOut">
              <a:pPr/>
              <a:t>2024/10/24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8700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TW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▪"/>
        <a:defRPr lang="zh-TW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"/><Relationship Id="rId4" Type="http://schemas.openxmlformats.org/officeDocument/2006/relationships/image" Target="../media/image7.t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基本輸入與輸出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國立臺北商業大學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資訊管理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張隆君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B1F49-5999-0041-B5CD-FA66A4AA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4-1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的輔助說明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help( )</a:t>
            </a:r>
            <a:endParaRPr kumimoji="1"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796A56-02F5-EB40-AE85-87C3C095B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help( 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函數可以列出某一個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的指令或函數的使用說明。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：列出輸出函數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的使用說明。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DA2414-67A5-64CF-89F4-414C79352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934" y="3480276"/>
            <a:ext cx="6082132" cy="306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0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F493F-B3DD-5643-9242-D4853035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4-2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格式化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輸出資料使用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print( )</a:t>
            </a:r>
            <a:endParaRPr kumimoji="1"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C9AECC-4621-B846-A83D-352056C6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4-2-1</a:t>
            </a:r>
            <a:r>
              <a:rPr lang="zh-TW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：函數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 )</a:t>
            </a:r>
            <a:r>
              <a:rPr lang="zh-TW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的基本語法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print(value, … , 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sep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=” “, end=”\n”, file=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sys.stdout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flush=False)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"/>
            </a:pP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value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表示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想要輸出的資料，可以一次輸出多筆資料，各資料間以逗號隔開。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757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7E1E87-F4EF-9B20-276B-B32E552C2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216"/>
            <a:ext cx="10515600" cy="5591747"/>
          </a:xfrm>
        </p:spPr>
        <p:txBody>
          <a:bodyPr>
            <a:noAutofit/>
          </a:bodyPr>
          <a:lstStyle/>
          <a:p>
            <a:pPr marL="342900" lvl="0" indent="-342900" algn="just">
              <a:buFont typeface="Wingdings" pitchFamily="2" charset="2"/>
              <a:buChar char=""/>
            </a:pPr>
            <a:r>
              <a:rPr lang="en-US" altLang="zh-TW" sz="28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sep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輸出多筆資料時，可以插入各筆資料的分隔字元，預設是一個空白字元。</a:t>
            </a:r>
          </a:p>
          <a:p>
            <a:pPr marL="342900" lvl="0" indent="-342900">
              <a:buFont typeface="Wingdings" pitchFamily="2" charset="2"/>
              <a:buChar char=""/>
            </a:pPr>
            <a:r>
              <a:rPr lang="en-US" altLang="zh-TW" sz="2800" kern="100" dirty="0" smtClean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資料輸出結束時所插入的字元，預設是插入換行字元，所以下一次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函數的輸出會在下一列輸出。如果想讓下次輸出不換列，可以在此設定空字串，或是空格或是其它字串。</a:t>
            </a:r>
          </a:p>
          <a:p>
            <a:pPr marL="342900" lvl="0" indent="-342900">
              <a:buFont typeface="Wingdings" pitchFamily="2" charset="2"/>
              <a:buChar char="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file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輸出位置，預設是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sys.stdout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，也就是螢幕。也可以使用此設定，將輸出導入其它檔案、或設備。</a:t>
            </a:r>
          </a:p>
          <a:p>
            <a:pPr marL="342900" lvl="0" indent="-342900">
              <a:buFont typeface="Wingdings" pitchFamily="2" charset="2"/>
              <a:buChar char="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flush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是否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清除資料流的緩衝區，預設是不清除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53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0A11A5-0F88-F229-236A-DA709C8E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3776"/>
            <a:ext cx="10515600" cy="5683187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列是數值相加，第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列是字串相加，其中在第二個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筆輸出資料的分隔字元是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 $$$ “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 smtClean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 smtClean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 smtClean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ch4_2.py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：重新設計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筆資料在同一列輸出，除了用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$$$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符號，同時彼此之間使用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Tab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鍵的距離隔開。</a:t>
            </a:r>
          </a:p>
          <a:p>
            <a:pPr algn="just"/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00273B-2751-4B5B-DC46-B746E4CC3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250" y="2005838"/>
            <a:ext cx="5417499" cy="118313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B4E9D73-FE1D-2801-6BCD-E63913BE6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668" y="5181854"/>
            <a:ext cx="9266662" cy="90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4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FE986-A23B-BF4F-B67F-9861DA33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4-2-2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print(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354198-CE57-6040-9EBF-2E0ECEAA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print(“  …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輸出格式區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  “  %  ( 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變數系列區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 …  ))</a:t>
            </a:r>
            <a:endParaRPr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%d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：格式化整數輸出。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%f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：格式化浮點數輸出。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%x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進位整數輸出。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Hant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：格式化大寫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進位整數輸出。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%o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進位整數輸出。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%s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：格式化字串輸出。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%e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：格式化科學記號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的輸出。</a:t>
            </a:r>
          </a:p>
          <a:p>
            <a:pPr lvl="0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%E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：格式化科學記號大寫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的輸出。</a:t>
            </a:r>
          </a:p>
          <a:p>
            <a:endParaRPr kumimoji="1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44B61C2-726D-845D-E69B-93EFB8B7A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060" y="4691113"/>
            <a:ext cx="5606940" cy="169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0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A0E8D-31B6-AF45-8D9D-F1D82D29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2129"/>
            <a:ext cx="10515600" cy="547483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ch4_3.py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格式化輸出的應用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</a:t>
            </a:r>
            <a:r>
              <a:rPr lang="en-US" altLang="zh-Hant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16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進位和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進位輸出的應用。</a:t>
            </a:r>
          </a:p>
          <a:p>
            <a:pPr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272DE9-DCF4-64A1-FB74-DC0D4863C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15" y="1348232"/>
            <a:ext cx="5754370" cy="75946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56FDE31-9115-1916-03A2-614758F85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11" y="3143758"/>
            <a:ext cx="4504378" cy="151510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61AFC09-9043-396D-BE1D-AAA9D54FA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188" y="4786186"/>
            <a:ext cx="2564067" cy="18206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F8FDB5D-D686-2542-20BD-3FBAD129D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003" y="4783041"/>
            <a:ext cx="7548744" cy="182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8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88D8C-0DC6-3C44-8034-85D4F8E3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4-2-3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：精準控制格式化的輸出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B9EFC-3709-DB4A-95BD-7F06FC94F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</a:t>
            </a:r>
            <a:r>
              <a:rPr lang="en-US" altLang="zh-TW" sz="24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nd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：格式化整數輸出。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</a:t>
            </a:r>
            <a:r>
              <a:rPr lang="en-US" altLang="zh-TW" sz="24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m.nf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：格式化浮點數輸出。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</a:t>
            </a:r>
            <a:r>
              <a:rPr lang="en-US" altLang="zh-TW" sz="24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nx</a:t>
            </a:r>
            <a:r>
              <a:rPr lang="zh-TW" altLang="zh-TW" sz="24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16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進位整數輸出。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%(+|-)no</a:t>
            </a:r>
            <a:r>
              <a:rPr lang="zh-TW" altLang="zh-TW" sz="24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進位整數輸出。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%(-)ns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：格式化字串輸出。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%(-)</a:t>
            </a:r>
            <a:r>
              <a:rPr lang="en-US" altLang="zh-TW" sz="24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m.ns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是輸出字串寬度，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是顯示字串長度，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小於字串長度時會有裁減字串的效果。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%(+|-)e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：格式化科學記號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輸出。</a:t>
            </a:r>
          </a:p>
          <a:p>
            <a:pPr marL="342900" lvl="0" indent="-342900">
              <a:spcAft>
                <a:spcPts val="0"/>
              </a:spcAft>
              <a:buFont typeface="Wingdings" pitchFamily="2" charset="2"/>
              <a:buChar char=""/>
            </a:pP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%(+|-)E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：格式化科學記號大寫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輸出。</a:t>
            </a:r>
          </a:p>
          <a:p>
            <a:endParaRPr kumimoji="1"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326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8AB06F-D5AE-C744-A7AA-135E81827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7443"/>
            <a:ext cx="10515600" cy="5409520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ch4_5.py</a:t>
            </a:r>
            <a:r>
              <a:rPr lang="zh-TW" altLang="zh-TW" sz="2800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格式化輸出的應用。</a:t>
            </a: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sz="28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7FAE4FB-64AB-2D96-E0F2-4F0ADC5EC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96" y="1528064"/>
            <a:ext cx="4051808" cy="255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1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C31F71-DBC3-10D0-7215-420744562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352"/>
            <a:ext cx="10515600" cy="5646611"/>
          </a:xfrm>
        </p:spPr>
        <p:txBody>
          <a:bodyPr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zh-TW" sz="28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kumimoji="0" lang="en-US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kumimoji="0" lang="en-US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r>
              <a:rPr kumimoji="0" lang="en-US" altLang="zh-TW" sz="2800" b="0" i="0" u="none" strike="noStrike" kern="1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</a:t>
            </a:r>
            <a:r>
              <a:rPr kumimoji="0" lang="zh-TW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0" lang="zh-TW" altLang="zh-TW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格式化輸出，靠左對齊的實例。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sz="2800" kern="1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zh-TW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zh-TW" sz="28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kumimoji="0" lang="en-US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kumimoji="0" lang="en-US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r>
              <a:rPr kumimoji="0" lang="en-US" altLang="zh-TW" sz="2800" b="0" i="0" u="none" strike="noStrike" kern="1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</a:t>
            </a:r>
            <a:r>
              <a:rPr kumimoji="0" lang="zh-TW" altLang="zh-TW" sz="28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0" lang="zh-TW" altLang="zh-TW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格式化輸出，正值資料將出現正號</a:t>
            </a:r>
            <a:r>
              <a:rPr kumimoji="0" lang="en-US" altLang="zh-TW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(+)</a:t>
            </a:r>
            <a:r>
              <a:rPr kumimoji="0" lang="zh-TW" altLang="zh-TW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874A29-1D03-D1C1-B954-FB53C89C8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51" y="1031240"/>
            <a:ext cx="3237098" cy="19268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5220BB7-56C4-A6AE-5E7D-7AF9495D5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485" y="3847432"/>
            <a:ext cx="4085030" cy="175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74E9B-CF0E-832B-9A13-E200DD999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ch4_8.py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格式化科學記號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輸出，和格式化字串輸出造成裁減字串的效果。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4D5A2F-48A7-9F76-9B6E-88C1F19C7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9" y="1894586"/>
            <a:ext cx="9202563" cy="227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9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042811-3851-C34B-8568-96157435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4-2-4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 }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format(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55C19B-BC9C-8241-9C99-BDA56D4E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print(“  …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輸出格式區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  “ .format(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變數系列區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 …  ))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</a:t>
            </a:r>
            <a:r>
              <a:rPr lang="en-US" altLang="zh-Hant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format(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函數重新設計</a:t>
            </a:r>
            <a:r>
              <a:rPr lang="en-US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ch4_3.py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</a:t>
            </a:r>
            <a:r>
              <a:rPr lang="en-US" altLang="zh-Hant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重新設計</a:t>
            </a:r>
            <a:r>
              <a:rPr lang="en-US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</a:t>
            </a:r>
            <a:r>
              <a:rPr lang="en-US" altLang="zh-Hant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en-US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}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內增加編號。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64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2C0382-7E49-21BC-7600-ECC4D388F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912"/>
            <a:ext cx="10515600" cy="5738051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ch4_11.py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計算圓面積，同時格式化輸出。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1AB5186-E0CA-1DF3-A210-F40D8868E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600" y="1456118"/>
            <a:ext cx="8741361" cy="24575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5B93F56-B34B-AE2B-28D9-E68F665CE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599" y="4549330"/>
            <a:ext cx="5729149" cy="85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2C9F6-A31C-BE4D-98B0-4083887B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>
            <a:normAutofit/>
          </a:bodyPr>
          <a:lstStyle/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格式化輸出時預設是靠右輸出，也可以使用下列參數設定輸出對齊方式。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：靠右對齊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&lt;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：靠左對其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^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：置中對齊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ch4_12.py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輸出對齊方式的應用。</a:t>
            </a:r>
          </a:p>
          <a:p>
            <a:pPr marL="0" indent="0">
              <a:buNone/>
            </a:pP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00D8140-527F-CEAF-2F87-C692D01E0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554" y="4290505"/>
            <a:ext cx="4850892" cy="188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6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3ACF17-2608-B7FA-BAA6-777A530D7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在使用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format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輸出時也可以使用填充字元，字元是放在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後面，在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&lt;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^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&gt;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或指定寬度之前。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ch4_13.py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填充字元的應用。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8EB5BD-39BE-5A79-07CC-A821DE6C1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08" y="2521807"/>
            <a:ext cx="6069783" cy="84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8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059381-5175-6549-8019-F3BF29C5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4-2-5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f-strings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格式化字串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C582AB6-C0BC-A126-50ED-B8AA58DAE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259" y="2604040"/>
            <a:ext cx="7035482" cy="185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7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522D65-3F20-BC31-F43D-36CCB271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ch4_14.py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f-strings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格式化字串應用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 smtClean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 smtClean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ch4_15.py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f-strings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觀念重新設計</a:t>
            </a:r>
            <a:r>
              <a:rPr lang="en-US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ch4_12.py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C7E758-36B5-AD9E-2881-2975D7EBA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15" y="1693418"/>
            <a:ext cx="5754370" cy="75946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D9B356F-0FF7-97ED-DD0F-1366E27F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116" y="3909060"/>
            <a:ext cx="4747768" cy="18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8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5507DE-00AC-BE48-B989-1D0BC16A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：資料輸入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input( )</a:t>
            </a:r>
            <a:endParaRPr lang="zh-TW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7B90A-DEC5-E047-8629-91A4BE787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value = input(“prompt: “)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value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是變數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value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是字串資料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ch4_16.py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基本資料輸入與運算。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34E886-96D9-08B5-D92A-5BCFAA5D2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75" y="4355623"/>
            <a:ext cx="6851449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2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DAA35-684B-7B4C-AB5D-33564368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：處理字串的數學運算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eval( )</a:t>
            </a:r>
            <a:endParaRPr lang="zh-TW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3CBAB2-8D97-E14A-A284-1AB02567E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eval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(expression)		# expression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是字串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ch4_17.py</a:t>
            </a:r>
            <a:r>
              <a:rPr lang="zh-TW" altLang="zh-TW" sz="2800" kern="1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輸入公式，本程式可以列出計算結果。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377E65-6F27-6CBF-09DC-F89E5210D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682" y="3401568"/>
            <a:ext cx="8476488" cy="8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7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231D0D-DAD7-E7D8-445D-F0B38CA1E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808"/>
            <a:ext cx="10515600" cy="5427155"/>
          </a:xfrm>
        </p:spPr>
        <p:txBody>
          <a:bodyPr>
            <a:normAutofit/>
          </a:bodyPr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ch4_18.py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eval(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重新設計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ch4_16.ipynb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 smtClean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ch4_19.py</a:t>
            </a:r>
            <a:r>
              <a:rPr lang="zh-TW" altLang="zh-TW" sz="2800" kern="100" dirty="0" smtClean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輸入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個數字，本程式可以輸出平均值，注意輸入時各數字間要用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”,”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隔開。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871307-9999-BFA7-E9B0-945B126A4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291" y="3742690"/>
            <a:ext cx="4791717" cy="132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9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7BFB3-9C1D-4343-88FE-81798A59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4-6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：列出所有內建函數</a:t>
            </a:r>
            <a:r>
              <a:rPr lang="en-US" altLang="zh-TW" sz="4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dir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AD4F5B-BCE4-2B46-BA12-7957AA5D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(_ _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builtins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_ _)       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內建</a:t>
            </a:r>
            <a:r>
              <a:rPr lang="zh-TW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</a:t>
            </a:r>
            <a:r>
              <a:rPr lang="en-US" altLang="zh-TW" sz="2800" kern="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所有內建函數。</a:t>
            </a: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901088-3F1D-1D4B-9055-9983DB12F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79" y="3251136"/>
            <a:ext cx="8717241" cy="3419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787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Yellow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_Design_Yellow_TP102900996" id="{AB4870CB-06BC-483D-898D-CB6E678212C7}" vid="{2ED2B3FE-BC13-4C0A-890E-57CB699DBA16}"/>
    </a:ext>
  </a:extLst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66677B1-365E-411F-9971-C788BC297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黃色橫紋設計簡報 (寬螢幕)</Template>
  <TotalTime>0</TotalTime>
  <Words>840</Words>
  <Application>Microsoft Office PowerPoint</Application>
  <PresentationFormat>寬螢幕</PresentationFormat>
  <Paragraphs>102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9" baseType="lpstr">
      <vt:lpstr>Microsoft JhengHei UI</vt:lpstr>
      <vt:lpstr>微軟正黑體</vt:lpstr>
      <vt:lpstr>Arial</vt:lpstr>
      <vt:lpstr>Book Antiqua</vt:lpstr>
      <vt:lpstr>Calibri</vt:lpstr>
      <vt:lpstr>Times New Roman</vt:lpstr>
      <vt:lpstr>Wingdings</vt:lpstr>
      <vt:lpstr>Banded Design Yellow 16x9</vt:lpstr>
      <vt:lpstr>基本輸入與輸出</vt:lpstr>
      <vt:lpstr>4-1：Python的輔助說明help( )</vt:lpstr>
      <vt:lpstr>4-2：格式化輸出資料使用print( )</vt:lpstr>
      <vt:lpstr>PowerPoint 簡報</vt:lpstr>
      <vt:lpstr>PowerPoint 簡報</vt:lpstr>
      <vt:lpstr>4-2-2：格式化print( )輸出</vt:lpstr>
      <vt:lpstr>PowerPoint 簡報</vt:lpstr>
      <vt:lpstr>4-2-3：精準控制格式化的輸出</vt:lpstr>
      <vt:lpstr>PowerPoint 簡報</vt:lpstr>
      <vt:lpstr>PowerPoint 簡報</vt:lpstr>
      <vt:lpstr>PowerPoint 簡報</vt:lpstr>
      <vt:lpstr>4-2-4：{ }和format( )函數</vt:lpstr>
      <vt:lpstr>PowerPoint 簡報</vt:lpstr>
      <vt:lpstr>PowerPoint 簡報</vt:lpstr>
      <vt:lpstr>PowerPoint 簡報</vt:lpstr>
      <vt:lpstr>4-2-5：f-strings格式化字串</vt:lpstr>
      <vt:lpstr>PowerPoint 簡報</vt:lpstr>
      <vt:lpstr>4-3：資料輸入input( )</vt:lpstr>
      <vt:lpstr>4-4：處理字串的數學運算eval( )</vt:lpstr>
      <vt:lpstr>PowerPoint 簡報</vt:lpstr>
      <vt:lpstr>4-6：列出所有內建函數dir(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2021-08-20T14:38:34Z</dcterms:created>
  <dcterms:modified xsi:type="dcterms:W3CDTF">2024-10-24T09:12:07Z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TC029009979991</vt:lpwstr>
  </property>
</Properties>
</file>